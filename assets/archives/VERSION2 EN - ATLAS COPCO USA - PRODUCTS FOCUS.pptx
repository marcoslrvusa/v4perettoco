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292608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FFFFFF"/>
                </a:solidFill>
              </a:defRPr>
            </a:pPr>
            <a:r>
              <a:t>Atlas Copco USA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FFFFFF"/>
                </a:solidFill>
              </a:defRPr>
            </a:pPr>
            <a:r>
              <a:t>Paid Media Diagnosis — VERSION 2 (Products Focus)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F0D0D0"/>
                </a:solidFill>
              </a:defRPr>
            </a:pPr>
            <a:r>
              <a:t>Analyst: Marcos Luciano — V4 Company  |  05/19/2026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0D0D0"/>
                </a:solidFill>
              </a:defRPr>
            </a:pPr>
            <a:r>
              <a:t>Framework: Data-Driven + TOC + Logical Thinking + 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E0BBBB"/>
                </a:solidFill>
              </a:defRPr>
            </a:pPr>
            <a:r>
              <a:t>Input: Products focus.ods (Sheet1: 40 APE+PAL products | Sheet2: 3 URLs provided by client)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WHY THIS VERSION 2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Why This Version 2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D2D2D"/>
                </a:solidFill>
              </a:defRPr>
            </a:pPr>
            <a:r>
              <a:t>VERSION 1 was built based on historical Google Ads campaign data (2020-2022) — the campaigns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that once ran defined the next steps. The client correctly pointed out: old campaigns cannot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dictate the future. What matters now are the products they want to work with, mapped from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the personas that we ourselves defined.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This VERSION 2 replaces the previous one. All analysis below is based on: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  •  40 focus products (Sheet1) — 14 APE + 26 PAL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  •  3 product URLs provided by the client (Sheet2)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  •  Aligned with the already validated APE and PAL personas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APE (Portable Air) — 14 products: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  Air compressors (diesel + electric) in 3 sizes, boosters, pneumatic/hydraulic tools,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  breakers, dryers, N2 generators, OEM and used equipment. Ticket: $5K-50K.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  Channel: Search → Call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PAL (Power &amp; Light) — 26 products: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  Light towers (5 variants), generators (3 sizes + portable), energy storage systems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  (6 sizes), mobile solar plants (3 sizes), charging solutions, modular hybrid solutions,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  energy containers and portable chargers. Ticket: $50K-500K+.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  Channel: PMax → Form → Sales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Critical change from V1: Energy storage products (ZBC/ZBP), mobile solar, fast charging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and hybrid solutions — which did NOT exist in the 2020-22 campaigns — are now priority.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1 — CURRENT TECHNICAL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1.1 Account Status (unchanged — fact, not campaign)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Active campaigns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0 out of 34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Last spend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Q2 2022 (3 years)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GA4/GTM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❌ Not installed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Functional LP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❌ Broken "Contact" CTA → /products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PageSpeed mobile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50-65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QS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Expired (CPC 30-50% higher in first weeks)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Subdomains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shopct, digitalcatalog, originair — fragmented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Schema markup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Minimal (Organization only)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Available budget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$1,500/month per division ($3,000 total)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1 — CURRENT TECHNICAL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1.2 What Changes with Products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In V1, recommendations were limited to products that had historical campaign data.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Now we have 40 products mapped directly from the personas: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V1 (campaign-based)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V2 (products focus-based)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APE products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4 groups (Mid-Sized Diesel, Large, Competitors, Brand)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14 products in 7 categories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PAL products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4 groups (Generators, Sustainability, Competitors, Brand)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26 products in 9 categories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New segments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Energy Storage, Mobile Solar, Fast Charger, Hybrid — NO history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Provided URLs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 product URLs (Ecopower, Mobile ESS, Container ESS)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1 — CURRENT TECHNICAL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1.3 Product → URL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URLs provided by the client (Sheet2):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Ecopower Hybrid Generators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atlascopco.com/.../ecopower-hybrid-generators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Mobile Energy Storage Systems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atlascopco.com/.../mobile-energy-storage-systems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Container Energy Storage Systems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atlascopco.com/.../container-energy-storage-systems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834639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Complete category mapping (inferred from site architecture):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383280"/>
          <a:ext cx="112471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Base URL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Mobile Air 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/en-us/construction-equipment/products/mobile-air-compressors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Construction Tools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/en-us/construction-equipment/products/construction-tools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Booster 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/en-us/construction-equipment/products/booster-compressors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Compressed Air Dryers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/en-us/construction-equipment/products/compressed-air-dryers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Nitrogen Generators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/en-us/construction-equipment/products/nitrogen-generators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Portable 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/en-us/construction-equipment/products/portable-generators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Energy Storage Systems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/en-us/construction-equipment/products/energy-storage-systems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Mobile Solar Arrays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/en-us/construction-equipment/products/mobile-solar-arrays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Light Towers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/en-us/construction-equipment/products/light-towers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Mobile Fast Charger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/en-us/construction-equipment/products/mobile-fast-charger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2 — PERSONA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2.1 APE — Persona +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S/M/L Air Compressors (diesel), Electric S/M/L, Boosters,</a:t>
                      </a:r>
                      <a:br/>
                      <a:r>
                        <a:t>Pneumatic Tools, Hydraulic Tools, Breakers, Dryers,</a:t>
                      </a:r>
                      <a:br/>
                      <a:r>
                        <a:t>N2 Generators, OEM, Used Equipment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Who buys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Fleet Operator, Maintenance Manager, Medium Contractor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35-64 (81%), 89% Male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Emergency (breakdown) OR Fleet expansion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Journey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"My compressor went down" → Search → Call → Quote → Buy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Decision size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Individual/small group. Days to weeks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Price sensitivity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Medium-high. Compares with Sullair, IR, Doosan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Conversion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Call (search → phone call)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New products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Electric compressors (all sizes), Nitrogen Generators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Keywords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"diesel air compressor for sale", "300 cfm compressor"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2 — PERSONA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2.2 PAL — Persona +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Light Towers (elec/solar/hybrid/diesel/battery), Generators</a:t>
                      </a:r>
                      <a:br/>
                      <a:r>
                        <a:t>(S/M/L + portable), ESS (XS-L), Mobile Solar (S/M/L),</a:t>
                      </a:r>
                      <a:br/>
                      <a:r>
                        <a:t>Recharging Station, Fast Charger, Hybrid Solutions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Who buys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Engineering Director, Plant Manager, Procurement, CSO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45-65+, predominantly Male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New project, ESG mandate, Critical replacement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Journey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"We need 99.999% uptime" → RFP → Quotes → Due Diligence → Buy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Decision size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Committee. Months to years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Price sensitivity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Low (focus on TCO, uptime, compliance)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Conversion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Form (PMax/Search → form → sales)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New products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Energy Storage (ZBC/ZBP), Mobile Solar, Fast Charger, Hybrid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Keywords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"data center backup generator", "energy storage system"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3 — CAMPAIGN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3.1 Architecture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</a:defRPr>
            </a:pPr>
            <a:r>
              <a:t>Unlike V1 (grouped by historical campaign), we now group by: Product + Funnel Stage + Geography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Standardized naming:  [V4] [SEA-S/PMAX/DSP] [GOO] [TOF/MOF/BOF] [APE/PAL] [CATEGORY] — [Product]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Example: [V4] [SEA-S] [GOO] [BOF] [APE] [DIESEL COMP] — Mid-Sized Diesel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APE — $1,500/mo ($50/day):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• Search BOF (70% — $35/day): 9 Ad Groups by product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• Competitor (15% — $7.50/day): Sullair, IR, Doosan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• Brand (10% — $5/day): Brand core + Brand product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• PMax (5% — $2.50/day): Supports Search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PAL — $1,500/mo ($50/day):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• PMax Main (60% — $30/day): 3 campaigns (LT, Gen+Energy, Charging+Hybrid)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• Search BOF (25% — $12.50/day): 5 Ad Groups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• Competitor (10% — $5/day): Generac, Caterpillar, Cummins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• Brand (5% — $2.50/day)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3 — CAMPAIGN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3.2 APE — BOF Search (70% — $35/day)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Ad Group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Keywords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AG-1: Diesel Comp (S)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Small Air 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"small diesel air compressor"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AG-2: Diesel Comp (M)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Medium Air Compressors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"medium diesel air compressor 300 cfm"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AG-3: Diesel Comp (L)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Large Air 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"large diesel air compressor 900 cfm"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AG-4: Electric Comp*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Electric S/M/L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"electric air compressor construction"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AG-5: Boosters &amp; Dryers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Boosters, Desiccant Dryers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"air booster compressor"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AG-6: N2 Generators*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Nitrogen 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"nitrogen generator for sale"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AG-7: Handheld Tools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Pneumatic, Hydraulic, Breakers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"pneumatic breaker construction"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AG-8: Used Equipment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Used Equipment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"used atlas copco compressor"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AG-9: OEM Parts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OEMs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"atlas copco oem parts"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solidFill>
            <a:srgbClr val="F9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79729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</a:defRPr>
            </a:pPr>
            <a:r>
              <a:t>* Electric Compressors and N2 Generators have NO campaign history — start restrictive Phrase match, min budget until volume validated.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3 — CAMPAIGN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3.2 APE — Competitor, Brand &amp; PMax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Competitors — 15% ($7.50/day)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 Group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AG-C1: Sullair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sullair compressor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"sullair vs atlas copco"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AG-C2: Ingersoll Rand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ingersoll rand compressor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"ingersoll rand alternative"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AG-C3: Doosan/Kaeser/CP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doosan, kaeser compressor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Specs + performance comparison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0175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Brand — 10% ($5/day)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566160"/>
          <a:ext cx="1124712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 Group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Keywords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AG-B1: Brand Core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[atlas copco], [atlas copco compressor]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$2.50/day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AG-B2: Brand Product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[atlas copco nitrogen generator], [atlas copco air compressor price]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$2.50/day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572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</a:defRPr>
            </a:pPr>
            <a:r>
              <a:t>PMax — 5% ($2.50/day): One APE PMax with asset groups by product category.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3 — CAMPAIGN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3.3 PAL — PMax (60% — $30/day)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PMax Campaign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Asset Groups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Light Towers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Electric, Solar, Hybrid, Diesel, Battery Light Tower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$12/day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Generators + Energy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S/M/L Generators, Portable, XS-L ESS, Mobile Solar,</a:t>
                      </a:r>
                      <a:br/>
                      <a:r>
                        <a:t>Portable Solar Charger, Integrated Hybrid Generator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$12/day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Charging + Hybrid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Recharging Station, Fast Charger, Modular Hybrid,</a:t>
                      </a:r>
                      <a:br/>
                      <a:r>
                        <a:t>Mobile ESS, Container ESS, Mobile Solar Container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$6/day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3 — CAMPAIGN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3.3 PAL — Search BOF (25% — $12.50/day)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 Group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 Keywords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AG-G1: Generators Industrial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"industrial diesel generator 500 kW", "backup generator data center"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AG-G2: Energy Storage*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"mobile energy storage system", "container battery storage"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AG-G3: Light Towers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"diesel light tower construction", "solar light tower rental"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AG-G4: Hybrid Solutions*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"hybrid generator construction", "ecopower hybrid"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AG-G5: Mobile Solar*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"mobile solar plant construction", "portable solar charger"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solidFill>
            <a:srgbClr val="F9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9145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</a:defRPr>
            </a:pPr>
            <a:r>
              <a:t>* Categories with NO campaign history — start Phrase match + minimum budget.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3 — CAMPAIGN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3.3 PAL — Competitor &amp;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Competitors — 10% ($5/day)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Keywords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Generac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"generac alternatives industrial", "generac vs atlas copco"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Caterpillar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"caterpillar generator alternative", "cat vs atlas copco generator"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Cummins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"cummins generator alternative", "cummins vs atlas copco"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9260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Brand — 5% ($2.50/day)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429000"/>
          <a:ext cx="1124712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Keywords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[atlas copco generator], [atlas copco light tower], [atlas copco energy storage]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$2.50/day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4 — CREATIVE DIRECTION &amp;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4.1 APE — Creatives by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Tone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Headline Example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CTA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Diesel 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Urgency + Spec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"Need a 300 CFM Diesel Compressor? In Stock."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Call Now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Scarcity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Electric Compressors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Innovation + Green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"Zero Emissions. Full Power. Electric Compressors."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Get a Quote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Boosters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Technical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"Boost Your Existing System — High-Pressure Boosters"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Talk to Engineer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Authority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N2 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Efficiency + Cost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"Stop Buying Nitrogen. Generate On-Site."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Calc Savings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Handheld Tools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Durability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"Breakers That Last. Built for Site Conditions."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See Specs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Social Proof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Used Equipment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"Certified Used. Full Warranty. Fraction of Cost."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View Inventory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Scarcity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4 — CREATIVE DIRECTION &amp;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4.2 PAL — Creatives by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Tone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Headline Example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CTA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Light Towers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Versatility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"Light Up Your Site. Diesel, Solar, Hybrid &amp; Battery."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Explore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Variety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Reliability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"99.99% Uptime. For Data Centers."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TCO Analysis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Authority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Energy Storage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Innovation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"ZBC &amp; ZBP — Power Without the Noise."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Schedule Demo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ESG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Hybrid Solutions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"Ecopower — Up to 50% Fuel Savings."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Calc ROI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Mobile Solar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Autonomy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"Solar Where You Need It."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Learn More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Autonomy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Fast Charger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"Charge Your Electric Fleet On-Site."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Get Quote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Container ESS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"Scalable from 500 kWh to 5 MWh+"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Talk to Team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5 — 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5.1 Premise: What Changes in Geography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In V1, geography was derived from historical CPA data by location — which reflected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old campaigns with different products.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In V2, geography is derived from: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1. Where the NEW products have highest demand (energy storage, mobile solar, electric)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2. Where the personas buy (already validated in V1)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3. Where competition is weak for new segments (energy storage is emerging)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  4. Regulatory / ESG opportunities (incentive states for storage, electrification, solar)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5 — 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5.2 Demand Map — APE (Compressors)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Highest Demand Regions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Justification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Diesel Comp (all)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FL, NC, GA, AZ, OH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Non-residential construction, rental, O&amp;G. Same as V1.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Electric Comp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NY, MA, OR, WA, CO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Emission regulations, CARB. NEW — CA is PRIORITY.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Boosters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LA, OK, PA, OH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O&amp;G, petrochemical, heavy manufacturing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N2 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LA, PA, OH, IL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Refineries, petrochemical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Handheld Tools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FL, NC, GA, CO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Heavy construction, demolition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Dryers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OH, IN, IL, GA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General manufacturing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5 — 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5.2 Demand Map — PAL (Energy, Solar, Hybrid)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Highest Demand Regions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Justification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Energy Storage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TX, NY, MA, IL, OR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Leaders in storage deployment. SB 100, IRA.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Container ESS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VA, TX, CA, OH, IL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Data centers (500kWh-5MWh). Highest growth.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Mobile Solar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AZ, CA, NV, TX, FL, NM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High irradiation. Remote construction.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Hybrid (Ecopower)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NY, MA, WA, OR, CO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Emission regs + hybrid incentives. CHP trend.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Light Towers (Solar/Batt)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OR, WA, NY, MA, CO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Diesel replacement in emission-restricted states.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Fast Charger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TX, WA, OR, NY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Electric fleet growth. CA leads mandate.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Light Towers (Diesel)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FL, NC, GA, OH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Traditional construction, rental.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5 — 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5.3 Tier 1 — Immediate Action (proven demand)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Div.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States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Budget/mo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CPA Target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Diesel Comp (S/M/L)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FL, NC, GA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$600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Electric Comp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NY, MA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$300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$200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Boosters + Dryers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LA, OH, PA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$200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Handheld Tools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FL, NC, GA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$150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Light Towers (Diesel)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FL, NC, GA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$200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Light Towers (Solar/Batt)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OR, WA, NY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$250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Generators (S/M/L)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VA, TX, FL, OH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$300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$250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Container ESS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VA, TX, CA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$300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Energy Storage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TX, NY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$300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Hybrid (Ecopower)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CA, NY, WA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$300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5 — 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5.3 Tier 2 (Nurture) + Tier 3 (Content/SEO)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TIER 2 — Nurture (emerging / markets to validate)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Div.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States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Budget/mo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Success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N2 Generators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TX, LA, PA, OH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CPA &lt; $250 or 2+ leads/mo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Used Equipment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TX, FL, NC, GA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CPA &lt; $100 (brand)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Mobile Solar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AZ, CA, NV, TX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CPA &lt; $300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Fast Charger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CA, TX, WA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CPA &lt; $300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Modular Hybrid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CA, NY, MA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CPA &lt; $350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TIER 3 — Content / SEO (no paid budget)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480559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Regions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Portable Solar Charger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National (niche)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SEO + educational content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OEM Parts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National (niche)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SEO + minimum brand search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Mobile Recharging Station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CA, OR, WA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Launch when electric fleets scale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5 — 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5.4 Opportunity Map: Energy Storage (THE NEW MARKET)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Energy storage (ZBC 250-575, ZBP 30-75, container ESS, mobile ESS) is the biggest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new addition. It did not exist in the 2020-22 campaigns.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20240"/>
          <a:ext cx="112471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Indicator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US ESS market 2026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$15-18B (installations)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Wood Mackenzie / SEIA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CAGR 2025-2030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25-30%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BloombergNEF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IRA incentive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30% federal tax credit (ITC) + state-level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DOE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Leading states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CA (45%), TX (15%), NY (8%), MA (5%), AZ (4%)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SEIA / WoodMac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Data center storage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VA (+TX, OH) = largest adjacent growth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Mordor Intelligence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</a:defRPr>
            </a:pPr>
            <a:r>
              <a:t>Implication: High search intent, low search volume. Buyers research technical terms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("ZBC 250 575", "container battery storage 1 MW"). PMax + content, not Search.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6 —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6.1 Budget — APE ($1,500/month)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Total: $1,500/month per division ($3,000 total)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Budget/mo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Est. CPA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Conv./mo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(Diesel Comp)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$600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(Electric Comp)*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$300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(Boosters/Dryers)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(Handheld Tools)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APE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$120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$75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Competitor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$75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$180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solidFill>
            <a:srgbClr val="F9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79729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</a:defRPr>
            </a:pPr>
            <a:r>
              <a:t>* Categories without history — conservative. Recalibrate with 30 days of real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6 —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6.1 Budget — PAL ($1,500/month)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Budget/mo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Est. CPA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Conv./mo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Light Towers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$360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Generators + Energy*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$360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Charging + Hybrid*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$180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$300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(Generators)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(Energy Storage)*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$300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(Light Towers)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$75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$60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Competitor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$75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6 —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6.2 ROI Projection (12 months)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Annual investment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$18,000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$18,000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$36,000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Est. conversions (Y1)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60-90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30-50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90-140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Avg ticket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$5K-50K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$50K-500K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Est. close rate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7.5%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Est. customers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6-9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1-3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7-12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Est. revenue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$150K-450K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$250K-750K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$400K-$1.2M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ROI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8-25x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14-42x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11-33x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solidFill>
            <a:srgbClr val="F9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06577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</a:defRPr>
            </a:pPr>
            <a:r>
              <a:t>⚠️ MORE conservative than V1 — includes categories WITH NO history (ESS, electric, hybrid).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7 — OPERATION 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ORK — Objective &amp; Key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D2D2D"/>
                </a:solidFill>
              </a:defRPr>
            </a:pPr>
            <a:r>
              <a:t>Objective: Reactivate Atlas Copco USA's paid media focusing on the 40 products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defined by the personas, generating qualified leads with sustainable CPA.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17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KR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12m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KR1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Search CPA (w/ history)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&lt;$250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&lt;$200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&lt;$180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KR2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Search CPA (NO history)*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&lt;$350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&lt;$300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&lt;$250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&lt;$200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KR3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PMax CPA (PAL)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&lt;$250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&lt;$200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&lt;$180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&lt;$150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KR4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PMax CPA (ESS)*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&lt;$400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&lt;$350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&lt;$300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&lt;$250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KR5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Conversions/mo (total)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15-25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30-50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50-80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100+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KR6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Products active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15-20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25-30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35-40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KR7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Tracking working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KR8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LPs by category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15+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solidFill>
            <a:srgbClr val="F9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797296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</a:defRPr>
            </a:pPr>
            <a:r>
              <a:t>* ESS, electric comp, mobile solar, hybrid — categories with no historical data.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7 — OPERATION 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ORK — Initiatives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KR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Initiative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KR1, KR2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reactivation: 40 products into ad groups by category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Media Buyer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KR3, KR4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with 3 separate campaigns (LT, Gen+Energy, Charg+Hybrid)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Media Buyer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KR5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Remarketing + MOF content for long PAL cycle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Media Buyer + Copy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KR6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Staggered launch: S1 products w/ history, S2+S3 emerging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Media Buyer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KR7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GA4 + GTM + offline conversions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Media Buyer + Client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KR8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LPs by category (min: Air Comp, LT, Gen, ESS)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Copy + Dev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8 — IMPLEMENTATION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S1 (Days 1-21) — Foundation + Core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S1.1 (D1-7)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GA4 + GTM + conversions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S1.2 (D8-14)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Search: Diesel Comp (S/M/L) + Brand + Comp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Light Towers + PMax 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Create LP Air Comp + LP 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S1.3 (D15-21)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Search: Electric, Boosters, Tools, Dryers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+ Search Gen + Brand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~40 negatives. New RSAs. Naming.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8 — IMPLEMENTATION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S2 (Days 22-50) — Expansion into Emerging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S2.1 (D22-28)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Search: N2, Used, OEM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Charg+Hybrid. Search: ESS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Remarketing Display + RLSA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S2.2 (D29-35)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Scale top 3. Pause &gt;$300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Scale top 2 PMax. Pause &gt;$400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MOF Content (ESS whitepaper)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S2.3 (D36-50)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A/B test creatives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A/B test creatives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Performance dashboard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8 — IMPLEMENTATION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S3 (Days 51-90) — Scale + TOC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S3.1 (D51-60)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TOC Cycle #1: identify bottleneck (product/state)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S3.2 (D61-70)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PMax with audiences + expanded search themes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S3.3 (D71-80)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Refine QS with SEO (schema + PageSpeed + H1)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S3.4 (D81-90)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Q3-Q4 planning based on 60 days of real data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9 — OPTIMIZATION FRAMEWORK (TOC)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Review Cadence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to review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Priority products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Every 3 days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CTR, CPC, Ad Strength per ad group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Diesel Comp, Generators (largest budget)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terms, negatives, audiences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ESS, Electric Comp (no history — learn fast)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Biweekly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Full funnel TOF→MOF→BOF, LPs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Light Towers, Hybrid Solutions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Global allocation, ORK, pause/scale decisions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All 40 products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9 — OPTIMIZATION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Specific Alerts for Products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Indicator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CPA (Diesel Comp)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&gt; $250 after 30 days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Review keywords + QS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Search CPA (Electric Comp)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&gt; $350 after 45 days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Pause, reassess demand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CPA (Energy Storage)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&gt; $400 after 45 days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Swap asset groups, reduce to $5/day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PMax CPA (Light Towers)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&gt; $300 after 30 days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Review search themes + audiences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ESS conversions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 after 30 days (w/ budget)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Migrate ESS budget to content/SEO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Electric Comp conversions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 after 30 days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Validate volume in Keyword Planner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10 — RISK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Risk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Prob.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No search volume for new categories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Med-Hi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Validate KW volume BEFORE scaling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ESS longer sales cycle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Educate: ESS = 6-18 months. Seeds for 2027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No ZBC/ZBP landing pages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Priority #2: create min LP for ESS + Hybrid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Electric Comp low search volume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Test $5-10/day for 30d. If CTR&lt;1%, pause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Client doesn't approve new LPs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Use Sheet2 URLs + existing cat pages as fallback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$50/day/div is low for 40 products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Certain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Focus: S1 top 10. S2+S3 add rest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PART 11 — DECISION MATRIX: V1 →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V1 → V2 Decision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V1 (Historical)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V2 (Products Focus)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APE products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4 generic groups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14 products in 7 categories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Expand ad groups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PAL products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4 generic groups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26 products in 9 categories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Create 3 PMax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Energy Storage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Didn't exist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6 products (ZBC, ZBP, container, mobile...)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NEW — content + PMax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Electric Comp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Didn't exist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 sizes (S/M/L)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NEW — test CA/NY/MA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Hybrid Solutions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Didn't exist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Ecopower, Modular, Integrated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NEW — content + PMax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APE geography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TX, FL, NC, GA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+ CA, NY, MA (elec) + TX, LA, PA (N2)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Add per product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PAL geography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VA, TX, FL, OH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+ CA, NY, OR, WA (ESS/solar/hybrid)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Major expansion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CPA targets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&lt;$150 APE, &lt;$200 PAL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Differentiated by product/category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Per-product goals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Product URLs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Generic (/products)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 provided + 10+ mapped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Use as initial LPs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APPENDIX: PRODUCT URL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APE Products — URL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2D"/>
                </a:solidFill>
              </a:defRPr>
            </a:pPr>
            <a:r>
              <a:t>URLs from atlascopco.com/en-us. Verify each before use.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Estimated URL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S/M/L Air 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/construction-equipment/products/mobile-air-compressors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Electric Air Compressors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/construction-equipment/products/mobile-air-compressors (filter electric)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Boosters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/construction-equipment/products/booster-compressors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Handheld Pneumatic Tools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/construction-equipment/products/construction-tools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Desiccant Dryers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/construction-equipment/products-na/compressed-air-dryers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Nitrogen 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/construction-equipment/products/nitrogen-generators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</a:defRPr>
            </a:pPr>
            <a:r>
              <a:t>APPENDIX: PRODUCT URL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991B20"/>
                </a:solidFill>
              </a:defRPr>
            </a:pPr>
            <a:r>
              <a:t>PAL Products — URL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anchor="ctr" marL="50800" marR="50800" marT="25400" marB="25400">
                    <a:solidFill>
                      <a:srgbClr val="CC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Light Towers (all)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/construction-equipment/products/light-towers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Portable 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/construction-equipment/products/portable-generators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Energy Storage Systems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/construction-equipment/products/energy-storage-systems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Mobile Solar Arrays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/construction-equipment/products/mobile-solar-arrays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Mobile Fast Charger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/construction-equipment/products/mobile-fast-charger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Ecopower Hybrid Gen (Sheet2)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/construction-equipment/products/generators-us/ecopower-hybrid-generators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Mobile ESS (Sheet2)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/construction-equipment/products-na/energy-storage-systems/mobile-energy-storage-systems</a:t>
                      </a:r>
                    </a:p>
                  </a:txBody>
                  <a:tcPr anchor="ctr" marL="50800" marR="50800" marT="25400" marB="25400"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Container ESS (Sheet2)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/construction-equipment/products-na/energy-storage-systems/container-energy-storage-systems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2926080"/>
          </a:xfrm>
          <a:prstGeom prst="rect">
            <a:avLst/>
          </a:prstGeom>
          <a:solidFill>
            <a:srgbClr val="CC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800" b="1">
                <a:solidFill>
                  <a:srgbClr val="FFFFFF"/>
                </a:solidFill>
              </a:defRPr>
            </a:pPr>
            <a:r>
              <a:t>Atlas Copco USA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FFFFFF"/>
                </a:solidFill>
              </a:defRPr>
            </a:pPr>
            <a:r>
              <a:t>Paid Media Diagnosis — VERSION 2 (Products Focus)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0D0D0"/>
                </a:solidFill>
              </a:defRPr>
            </a:pPr>
            <a:r>
              <a:t>Document generated on 05/19/2026. Replaces VERSION 1 as the source of truth.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0D0D0"/>
                </a:solidFill>
              </a:defRPr>
            </a:pPr>
            <a:r>
              <a:t>All projections for categories without history must be validated with 30 days of data.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E0BBBB"/>
                </a:solidFill>
              </a:defRPr>
            </a:pPr>
            <a:r>
              <a:t>For questions, contact Marcos Luciano — V4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